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Ethiopian Smallholder Crop-Yield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Team 11 | Qiyas AAU IADE Hackathon 2026</a:t>
            </a:r>
            <a:br/>
            <a:r>
              <a:t>Slide 1: Problem Definition and Data Context</a:t>
            </a:r>
            <a:br/>
            <a:br/>
            <a:r>
              <a:t>- Predicting smallholder crop yields across 5 Ethiopian regions</a:t>
            </a:r>
            <a:br/>
            <a:r>
              <a:t>- Integrating plot surveys with regional weather and market commodity prices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Cleaning and Integration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Slide 2: Deliverable A — Key Methods and Integrity</a:t>
            </a:r>
            <a:br/>
            <a:br/>
            <a:r>
              <a:t>- Label Standardization: Fixed inconsistencies in regions and crops</a:t>
            </a:r>
            <a:br/>
            <a:r>
              <a:t>- Weather Join: 3-month growing season window aggregation</a:t>
            </a:r>
            <a:br/>
            <a:r>
              <a:t>- Quality Control: 5 automated assertion checks with zero test leakage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Agronomic and Economic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Slide 3: Deliverables B and C — Core Data Insights</a:t>
            </a:r>
            <a:br/>
            <a:br/>
            <a:r>
              <a:t>- Revenue vs Yield: Teff and high-value crops show distinct economic profiles</a:t>
            </a:r>
            <a:br/>
            <a:r>
              <a:t>- Agronomic Response: Diminishing returns in fertilizer application</a:t>
            </a:r>
            <a:br/>
            <a:r>
              <a:t>- Weather Sensitivity: Temperature shocks impact regional yield variability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Evaluation and Weather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Slide 4: Deliverable D — Rigorous Benchmarking</a:t>
            </a:r>
            <a:br/>
            <a:br/>
            <a:r>
              <a:t>- Benchmark Comparison: Baseline Ridge vs Ensemble Gradient Boosted Trees</a:t>
            </a:r>
            <a:br/>
            <a:r>
              <a:t>- 5-Fold Cross-Validation: Consistent generalization across splits</a:t>
            </a:r>
            <a:br/>
            <a:r>
              <a:t>- Weather Ablation: Quantified accuracy gain from integrated meteorological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Error Analysis, Live Demo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Slide 5: Deliverables E, F and Future Directions</a:t>
            </a:r>
            <a:br/>
            <a:br/>
            <a:r>
              <a:t>- Error Distribution: Hardest plots identified in extreme altitude / rainfall bands</a:t>
            </a:r>
            <a:br/>
            <a:r>
              <a:t>- Live Prediction Demo: Automated weather and price lookup with revenue output in Birr</a:t>
            </a:r>
            <a:br/>
            <a:r>
              <a:t>- Policy Recommendation: Targeted extension services for smallholder cooperatives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